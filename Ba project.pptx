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-102" y="-7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E4546-3AE1-4DAB-B298-5DA9915DED0D}" type="datetimeFigureOut">
              <a:rPr lang="en-US" smtClean="0"/>
              <a:pPr/>
              <a:t>10/13/2015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616B-5242-438B-93C5-058AA02CF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E4546-3AE1-4DAB-B298-5DA9915DED0D}" type="datetimeFigureOut">
              <a:rPr lang="en-US" smtClean="0"/>
              <a:pPr/>
              <a:t>10/13/2015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616B-5242-438B-93C5-058AA02CF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E4546-3AE1-4DAB-B298-5DA9915DED0D}" type="datetimeFigureOut">
              <a:rPr lang="en-US" smtClean="0"/>
              <a:pPr/>
              <a:t>10/13/2015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616B-5242-438B-93C5-058AA02CF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E4546-3AE1-4DAB-B298-5DA9915DED0D}" type="datetimeFigureOut">
              <a:rPr lang="en-US" smtClean="0"/>
              <a:pPr/>
              <a:t>10/13/2015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616B-5242-438B-93C5-058AA02CF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E4546-3AE1-4DAB-B298-5DA9915DED0D}" type="datetimeFigureOut">
              <a:rPr lang="en-US" smtClean="0"/>
              <a:pPr/>
              <a:t>10/13/2015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616B-5242-438B-93C5-058AA02CF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E4546-3AE1-4DAB-B298-5DA9915DED0D}" type="datetimeFigureOut">
              <a:rPr lang="en-US" smtClean="0"/>
              <a:pPr/>
              <a:t>10/13/2015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616B-5242-438B-93C5-058AA02CF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E4546-3AE1-4DAB-B298-5DA9915DED0D}" type="datetimeFigureOut">
              <a:rPr lang="en-US" smtClean="0"/>
              <a:pPr/>
              <a:t>10/13/2015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616B-5242-438B-93C5-058AA02CF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E4546-3AE1-4DAB-B298-5DA9915DED0D}" type="datetimeFigureOut">
              <a:rPr lang="en-US" smtClean="0"/>
              <a:pPr/>
              <a:t>10/13/2015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616B-5242-438B-93C5-058AA02CF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E4546-3AE1-4DAB-B298-5DA9915DED0D}" type="datetimeFigureOut">
              <a:rPr lang="en-US" smtClean="0"/>
              <a:pPr/>
              <a:t>10/13/2015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616B-5242-438B-93C5-058AA02CF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E4546-3AE1-4DAB-B298-5DA9915DED0D}" type="datetimeFigureOut">
              <a:rPr lang="en-US" smtClean="0"/>
              <a:pPr/>
              <a:t>10/13/2015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616B-5242-438B-93C5-058AA02CF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E4546-3AE1-4DAB-B298-5DA9915DED0D}" type="datetimeFigureOut">
              <a:rPr lang="en-US" smtClean="0"/>
              <a:pPr/>
              <a:t>10/13/2015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616B-5242-438B-93C5-058AA02CF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6E4546-3AE1-4DAB-B298-5DA9915DED0D}" type="datetimeFigureOut">
              <a:rPr lang="en-US" smtClean="0"/>
              <a:pPr/>
              <a:t>10/13/2015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7616B-5242-438B-93C5-058AA02CF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Optische</a:t>
            </a:r>
            <a:r>
              <a:rPr lang="en-US" dirty="0" smtClean="0"/>
              <a:t> </a:t>
            </a:r>
            <a:r>
              <a:rPr lang="en-US" dirty="0" err="1" smtClean="0"/>
              <a:t>vezels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38200" y="2209800"/>
          <a:ext cx="3109025" cy="518160"/>
        </p:xfrm>
        <a:graphic>
          <a:graphicData uri="http://schemas.openxmlformats.org/drawingml/2006/table">
            <a:tbl>
              <a:tblPr bandRow="1">
                <a:tableStyleId>{7E9639D4-E3E2-4D34-9284-5A2195B3D0D7}</a:tableStyleId>
              </a:tblPr>
              <a:tblGrid>
                <a:gridCol w="921068"/>
                <a:gridCol w="1171893"/>
                <a:gridCol w="1016064"/>
              </a:tblGrid>
              <a:tr h="149736"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solidFill>
                            <a:srgbClr val="000000"/>
                          </a:solidFill>
                        </a:rPr>
                        <a:t>MM fiber</a:t>
                      </a:r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solidFill>
                            <a:srgbClr val="000000"/>
                          </a:solidFill>
                        </a:rPr>
                        <a:t>d = 200 um </a:t>
                      </a:r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solidFill>
                            <a:srgbClr val="000000"/>
                          </a:solidFill>
                        </a:rPr>
                        <a:t>NA = 0.37</a:t>
                      </a:r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  <a:tr h="118424"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solidFill>
                            <a:srgbClr val="000000"/>
                          </a:solidFill>
                        </a:rPr>
                        <a:t>SM fiber</a:t>
                      </a:r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solidFill>
                            <a:srgbClr val="000000"/>
                          </a:solidFill>
                        </a:rPr>
                        <a:t>d = 9 um</a:t>
                      </a:r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solidFill>
                            <a:srgbClr val="000000"/>
                          </a:solidFill>
                        </a:rPr>
                        <a:t>NA = 0.12</a:t>
                      </a:r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54"/>
          <p:cNvSpPr txBox="1">
            <a:spLocks noChangeArrowheads="1"/>
          </p:cNvSpPr>
          <p:nvPr/>
        </p:nvSpPr>
        <p:spPr bwMode="auto">
          <a:xfrm>
            <a:off x="5257800" y="4114800"/>
            <a:ext cx="2552287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i="1" dirty="0">
                <a:cs typeface="Arial" charset="0"/>
              </a:rPr>
              <a:t>NA </a:t>
            </a:r>
            <a:r>
              <a:rPr lang="en-US" dirty="0">
                <a:cs typeface="Arial" charset="0"/>
              </a:rPr>
              <a:t>= </a:t>
            </a:r>
            <a:r>
              <a:rPr lang="en-US" i="1" dirty="0" err="1">
                <a:cs typeface="Arial" charset="0"/>
              </a:rPr>
              <a:t>n</a:t>
            </a:r>
            <a:r>
              <a:rPr lang="en-US" baseline="-25000" dirty="0" err="1">
                <a:cs typeface="Arial" charset="0"/>
              </a:rPr>
              <a:t>i</a:t>
            </a:r>
            <a:r>
              <a:rPr lang="en-US" baseline="-25000" dirty="0">
                <a:cs typeface="Arial" charset="0"/>
              </a:rPr>
              <a:t> </a:t>
            </a:r>
            <a:r>
              <a:rPr lang="en-US" dirty="0">
                <a:cs typeface="Arial" charset="0"/>
              </a:rPr>
              <a:t>sin(</a:t>
            </a:r>
            <a:r>
              <a:rPr lang="el-GR" i="1" dirty="0">
                <a:cs typeface="Arial" charset="0"/>
              </a:rPr>
              <a:t>α</a:t>
            </a:r>
            <a:r>
              <a:rPr lang="en-US" dirty="0" smtClean="0">
                <a:cs typeface="Arial" charset="0"/>
              </a:rPr>
              <a:t>)</a:t>
            </a:r>
          </a:p>
          <a:p>
            <a:endParaRPr lang="en-US" dirty="0">
              <a:cs typeface="Arial" charset="0"/>
            </a:endParaRPr>
          </a:p>
          <a:p>
            <a:r>
              <a:rPr lang="en-US" dirty="0" smtClean="0">
                <a:cs typeface="Arial" charset="0"/>
              </a:rPr>
              <a:t>n= 1.4 (</a:t>
            </a:r>
            <a:r>
              <a:rPr lang="en-US" dirty="0" err="1" smtClean="0">
                <a:cs typeface="Arial" charset="0"/>
              </a:rPr>
              <a:t>refractie</a:t>
            </a:r>
            <a:r>
              <a:rPr lang="en-US" dirty="0" smtClean="0">
                <a:cs typeface="Arial" charset="0"/>
              </a:rPr>
              <a:t> index)</a:t>
            </a:r>
            <a:endParaRPr lang="en-US" dirty="0">
              <a:cs typeface="Arial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836453" y="3581400"/>
            <a:ext cx="3659347" cy="1484113"/>
            <a:chOff x="457200" y="4471319"/>
            <a:chExt cx="3659347" cy="1484113"/>
          </a:xfrm>
        </p:grpSpPr>
        <p:graphicFrame>
          <p:nvGraphicFramePr>
            <p:cNvPr id="7" name="Object 25"/>
            <p:cNvGraphicFramePr>
              <a:graphicFrameLocks noChangeAspect="1"/>
            </p:cNvGraphicFramePr>
            <p:nvPr/>
          </p:nvGraphicFramePr>
          <p:xfrm>
            <a:off x="457200" y="4471319"/>
            <a:ext cx="3659347" cy="1145559"/>
          </p:xfrm>
          <a:graphic>
            <a:graphicData uri="http://schemas.openxmlformats.org/presentationml/2006/ole">
              <p:oleObj spid="_x0000_s1026" name="Visio" r:id="rId3" imgW="2341805" imgH="1210169" progId="">
                <p:embed/>
              </p:oleObj>
            </a:graphicData>
          </a:graphic>
        </p:graphicFrame>
        <p:sp>
          <p:nvSpPr>
            <p:cNvPr id="8" name="TextBox 137"/>
            <p:cNvSpPr txBox="1">
              <a:spLocks noChangeArrowheads="1"/>
            </p:cNvSpPr>
            <p:nvPr/>
          </p:nvSpPr>
          <p:spPr bwMode="auto">
            <a:xfrm>
              <a:off x="1691680" y="5616878"/>
              <a:ext cx="963314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1600" i="1" dirty="0" err="1">
                  <a:sym typeface="Wingdings" pitchFamily="2" charset="2"/>
                </a:rPr>
                <a:t>d</a:t>
              </a:r>
              <a:r>
                <a:rPr lang="en-US" sz="1600" baseline="-25000" dirty="0" err="1">
                  <a:sym typeface="Wingdings" pitchFamily="2" charset="2"/>
                </a:rPr>
                <a:t>core</a:t>
              </a:r>
              <a:endParaRPr lang="en-US" sz="1600" dirty="0"/>
            </a:p>
          </p:txBody>
        </p:sp>
        <p:cxnSp>
          <p:nvCxnSpPr>
            <p:cNvPr id="9" name="Straight Arrow Connector 8"/>
            <p:cNvCxnSpPr/>
            <p:nvPr/>
          </p:nvCxnSpPr>
          <p:spPr>
            <a:xfrm>
              <a:off x="2339752" y="4992289"/>
              <a:ext cx="0" cy="524943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V="1">
              <a:off x="1979712" y="5301208"/>
              <a:ext cx="360040" cy="432048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Optische</a:t>
            </a:r>
            <a:r>
              <a:rPr lang="en-US" dirty="0" smtClean="0"/>
              <a:t> </a:t>
            </a:r>
            <a:r>
              <a:rPr lang="en-US" dirty="0" err="1" smtClean="0"/>
              <a:t>eigenschappen</a:t>
            </a:r>
            <a:r>
              <a:rPr lang="en-US" dirty="0" smtClean="0"/>
              <a:t> </a:t>
            </a:r>
            <a:r>
              <a:rPr lang="en-US" dirty="0" err="1" smtClean="0"/>
              <a:t>weefsel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474 nm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560 nm</a:t>
                      </a:r>
                      <a:r>
                        <a:rPr lang="en-US" baseline="0" dirty="0" smtClean="0"/>
                        <a:t>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µ</a:t>
                      </a:r>
                      <a:r>
                        <a:rPr lang="en-US" baseline="-25000" dirty="0" smtClean="0"/>
                        <a:t>a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0.511 cm</a:t>
                      </a:r>
                      <a:r>
                        <a:rPr lang="en-US" baseline="30000" dirty="0" smtClean="0"/>
                        <a:t>-1</a:t>
                      </a:r>
                      <a:endParaRPr lang="en-US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1.079 cm</a:t>
                      </a:r>
                      <a:r>
                        <a:rPr lang="en-US" baseline="30000" dirty="0" smtClean="0"/>
                        <a:t>-1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µ</a:t>
                      </a:r>
                      <a:r>
                        <a:rPr lang="en-US" baseline="-25000" dirty="0" smtClean="0"/>
                        <a:t>s</a:t>
                      </a:r>
                      <a:r>
                        <a:rPr lang="en-US" baseline="0" dirty="0" smtClean="0"/>
                        <a:t>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15.28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cm</a:t>
                      </a:r>
                      <a:r>
                        <a:rPr lang="en-US" baseline="30000" dirty="0" smtClean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11.12 cm</a:t>
                      </a:r>
                      <a:r>
                        <a:rPr lang="en-US" baseline="30000" dirty="0" smtClean="0"/>
                        <a:t>-1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g (</a:t>
                      </a:r>
                      <a:r>
                        <a:rPr lang="en-US" dirty="0" err="1" smtClean="0"/>
                        <a:t>anisotropie</a:t>
                      </a:r>
                      <a:r>
                        <a:rPr lang="en-US" dirty="0" smtClean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0.88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0.88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1.4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1.4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3733800"/>
            <a:ext cx="5257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µ</a:t>
            </a:r>
            <a:r>
              <a:rPr lang="en-US" baseline="-25000" dirty="0" smtClean="0"/>
              <a:t>s</a:t>
            </a:r>
            <a:r>
              <a:rPr lang="en-US" baseline="0" dirty="0" smtClean="0"/>
              <a:t>’: reduced scattering coefficient</a:t>
            </a:r>
          </a:p>
          <a:p>
            <a:endParaRPr lang="en-US" dirty="0"/>
          </a:p>
          <a:p>
            <a:r>
              <a:rPr lang="en-US" dirty="0" smtClean="0"/>
              <a:t>µ</a:t>
            </a:r>
            <a:r>
              <a:rPr lang="en-US" baseline="-25000" dirty="0" smtClean="0"/>
              <a:t>s</a:t>
            </a:r>
            <a:r>
              <a:rPr lang="en-US" baseline="0" dirty="0" smtClean="0"/>
              <a:t>’ = </a:t>
            </a:r>
            <a:r>
              <a:rPr lang="en-US" dirty="0" smtClean="0"/>
              <a:t>µ</a:t>
            </a:r>
            <a:r>
              <a:rPr lang="en-US" baseline="-25000" dirty="0" smtClean="0"/>
              <a:t>s</a:t>
            </a:r>
            <a:r>
              <a:rPr lang="en-US" dirty="0"/>
              <a:t> </a:t>
            </a:r>
            <a:r>
              <a:rPr lang="en-US" dirty="0" smtClean="0"/>
              <a:t>(1 – g)</a:t>
            </a:r>
            <a:endParaRPr lang="en-US" baseline="0" dirty="0" smtClean="0"/>
          </a:p>
          <a:p>
            <a:endParaRPr lang="en-US" baseline="0" dirty="0" smtClean="0"/>
          </a:p>
          <a:p>
            <a:endParaRPr lang="en-US" baseline="0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Monte Carlo </a:t>
            </a:r>
            <a:r>
              <a:rPr lang="en-US" dirty="0" err="1" smtClean="0"/>
              <a:t>simulatie</a:t>
            </a:r>
            <a:endParaRPr lang="en-US" dirty="0"/>
          </a:p>
        </p:txBody>
      </p:sp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685800" y="893185"/>
            <a:ext cx="9753600" cy="5355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304704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sz="2800" b="1" i="0" u="none" strike="noStrike" cap="none" normalizeH="0" baseline="0" dirty="0" smtClean="0">
                <a:ln>
                  <a:noFill/>
                </a:ln>
                <a:solidFill>
                  <a:srgbClr val="365F91"/>
                </a:solidFill>
                <a:effectLst/>
                <a:latin typeface="Cambria" pitchFamily="18" charset="0"/>
                <a:ea typeface="Times New Roman" pitchFamily="18" charset="0"/>
                <a:cs typeface="Times New Roman" pitchFamily="18" charset="0"/>
              </a:rPr>
              <a:t>Verschillende stappen voor simulatie</a:t>
            </a: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rgbClr val="365F91"/>
              </a:solidFill>
              <a:effectLst/>
              <a:latin typeface="Cambria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l-BE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.mci document maken</a:t>
            </a:r>
            <a:endParaRPr kumimoji="0" 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nl-BE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aantal fotonen: 1.000.000</a:t>
            </a:r>
            <a:endParaRPr kumimoji="0" 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nl-BE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dz, dr: 10E-4 (in cm)</a:t>
            </a:r>
            <a:endParaRPr kumimoji="0" 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nl-BE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MM fiber: NA = 0.37</a:t>
            </a:r>
            <a:br>
              <a:rPr kumimoji="0" lang="nl-BE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</a:br>
            <a:r>
              <a:rPr kumimoji="0" lang="nl-BE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SM fiber: NA = 0.12</a:t>
            </a:r>
            <a:endParaRPr kumimoji="0" 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aantal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dz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,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dr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 &amp;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da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: 1000	500	1 </a:t>
            </a:r>
            <a:endParaRPr kumimoji="0" 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optische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eigenschappen</a:t>
            </a:r>
            <a:endParaRPr kumimoji="0" 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MCML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Sim</a:t>
            </a:r>
            <a:endParaRPr kumimoji="0" 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nl-BE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file naam ingeven van .mci document</a:t>
            </a:r>
            <a:endParaRPr kumimoji="0" 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nl-BE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.mco document wordt gegenereerd</a:t>
            </a:r>
            <a:endParaRPr kumimoji="0" 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nl-BE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Conv</a:t>
            </a:r>
            <a:endParaRPr kumimoji="0" 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nl-BE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i (input): file naam .mco document ingeven</a:t>
            </a:r>
            <a:endParaRPr kumimoji="0" 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b: laser beam d, power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(1)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,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profiel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 (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gaus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)</a:t>
            </a:r>
            <a:endParaRPr kumimoji="0" 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nl-BE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oc: frz typen - filenaam kiezen</a:t>
            </a:r>
            <a:endParaRPr kumimoji="0" 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nl-BE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q</a:t>
            </a:r>
            <a:endParaRPr kumimoji="0" lang="nl-BE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Thermische</a:t>
            </a:r>
            <a:r>
              <a:rPr lang="en-US" dirty="0" smtClean="0"/>
              <a:t> </a:t>
            </a:r>
            <a:r>
              <a:rPr lang="en-US" dirty="0" err="1" smtClean="0"/>
              <a:t>eigenschappen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5794248" cy="1112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051048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Thermal </a:t>
                      </a:r>
                      <a:r>
                        <a:rPr lang="en-US" smtClean="0"/>
                        <a:t>Diffusivity constant, 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0.530 W/ (m*K)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Specific Heat, 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3650 </a:t>
                      </a:r>
                      <a:r>
                        <a:rPr lang="en-US" dirty="0" err="1" smtClean="0"/>
                        <a:t>mJ</a:t>
                      </a:r>
                      <a:r>
                        <a:rPr lang="en-US" dirty="0" smtClean="0"/>
                        <a:t>/(g*K)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Dichtheid</a:t>
                      </a:r>
                      <a:r>
                        <a:rPr lang="en-US" dirty="0" smtClean="0"/>
                        <a:t>, rho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1040 kg/m³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Doel</a:t>
            </a:r>
            <a:r>
              <a:rPr lang="en-US" dirty="0" smtClean="0"/>
              <a:t>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 smtClean="0"/>
              <a:t>Aan</a:t>
            </a:r>
            <a:r>
              <a:rPr lang="en-US" dirty="0" smtClean="0"/>
              <a:t> de hand van [vanGemert1989] </a:t>
            </a:r>
            <a:r>
              <a:rPr lang="en-US" dirty="0" err="1" smtClean="0"/>
              <a:t>een</a:t>
            </a:r>
            <a:r>
              <a:rPr lang="en-US" dirty="0" smtClean="0"/>
              <a:t> </a:t>
            </a:r>
            <a:r>
              <a:rPr lang="en-US" dirty="0" err="1" smtClean="0"/>
              <a:t>Matlab</a:t>
            </a:r>
            <a:r>
              <a:rPr lang="en-US" dirty="0" smtClean="0"/>
              <a:t> code </a:t>
            </a:r>
            <a:r>
              <a:rPr lang="en-US" dirty="0" err="1" smtClean="0"/>
              <a:t>schrijven</a:t>
            </a:r>
            <a:r>
              <a:rPr lang="en-US" dirty="0" smtClean="0"/>
              <a:t> </a:t>
            </a:r>
            <a:r>
              <a:rPr lang="en-US" dirty="0" err="1" smtClean="0"/>
              <a:t>voor</a:t>
            </a:r>
            <a:r>
              <a:rPr lang="en-US" dirty="0" smtClean="0"/>
              <a:t> </a:t>
            </a:r>
            <a:r>
              <a:rPr lang="el-GR" dirty="0" smtClean="0"/>
              <a:t>Δ</a:t>
            </a:r>
            <a:r>
              <a:rPr lang="en-US" dirty="0" smtClean="0"/>
              <a:t>T(</a:t>
            </a:r>
            <a:r>
              <a:rPr lang="en-US" dirty="0" err="1" smtClean="0"/>
              <a:t>r,z,t</a:t>
            </a:r>
            <a:r>
              <a:rPr lang="en-US" dirty="0" smtClean="0"/>
              <a:t>) </a:t>
            </a:r>
            <a:r>
              <a:rPr lang="en-US" dirty="0" err="1" smtClean="0"/>
              <a:t>tijdens</a:t>
            </a:r>
            <a:endParaRPr lang="en-US" dirty="0" smtClean="0"/>
          </a:p>
          <a:p>
            <a:pPr lvl="1"/>
            <a:r>
              <a:rPr lang="en-US" dirty="0" smtClean="0"/>
              <a:t>Continue </a:t>
            </a:r>
            <a:r>
              <a:rPr lang="en-US" dirty="0" err="1" smtClean="0"/>
              <a:t>stimulatie</a:t>
            </a:r>
            <a:r>
              <a:rPr lang="en-US" dirty="0" smtClean="0"/>
              <a:t>,</a:t>
            </a:r>
          </a:p>
          <a:p>
            <a:pPr lvl="1"/>
            <a:r>
              <a:rPr lang="en-US" dirty="0" err="1" smtClean="0"/>
              <a:t>Gepulste</a:t>
            </a:r>
            <a:r>
              <a:rPr lang="en-US" dirty="0" smtClean="0"/>
              <a:t> </a:t>
            </a:r>
            <a:r>
              <a:rPr lang="en-US" dirty="0" err="1" smtClean="0"/>
              <a:t>stimulatie</a:t>
            </a:r>
            <a:r>
              <a:rPr lang="en-US" dirty="0" smtClean="0"/>
              <a:t> protocol </a:t>
            </a:r>
            <a:r>
              <a:rPr lang="en-US" dirty="0" err="1" smtClean="0"/>
              <a:t>naar</a:t>
            </a:r>
            <a:r>
              <a:rPr lang="en-US" dirty="0" smtClean="0"/>
              <a:t> </a:t>
            </a:r>
            <a:r>
              <a:rPr lang="en-US" dirty="0" err="1" smtClean="0"/>
              <a:t>keuze</a:t>
            </a:r>
            <a:r>
              <a:rPr lang="en-US" dirty="0"/>
              <a:t>*</a:t>
            </a:r>
            <a:endParaRPr lang="en-US" dirty="0" smtClean="0"/>
          </a:p>
          <a:p>
            <a:endParaRPr lang="en-US" dirty="0"/>
          </a:p>
          <a:p>
            <a:r>
              <a:rPr lang="en-US" dirty="0" err="1" smtClean="0"/>
              <a:t>Grafiek</a:t>
            </a:r>
            <a:r>
              <a:rPr lang="en-US" dirty="0" smtClean="0"/>
              <a:t> </a:t>
            </a:r>
            <a:r>
              <a:rPr lang="el-GR" dirty="0" smtClean="0"/>
              <a:t>Δ</a:t>
            </a:r>
            <a:r>
              <a:rPr lang="en-US" dirty="0" smtClean="0"/>
              <a:t>T(t) </a:t>
            </a:r>
            <a:r>
              <a:rPr lang="en-US" dirty="0" err="1" smtClean="0"/>
              <a:t>voor</a:t>
            </a:r>
            <a:r>
              <a:rPr lang="en-US" dirty="0" smtClean="0"/>
              <a:t> z=0 en </a:t>
            </a:r>
            <a:r>
              <a:rPr lang="en-US" dirty="0" err="1" smtClean="0"/>
              <a:t>verschillende</a:t>
            </a:r>
            <a:r>
              <a:rPr lang="en-US" dirty="0" smtClean="0"/>
              <a:t> z-</a:t>
            </a:r>
            <a:r>
              <a:rPr lang="en-US" dirty="0" err="1" smtClean="0"/>
              <a:t>waarden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Kleurenplot</a:t>
            </a:r>
            <a:r>
              <a:rPr lang="en-US" dirty="0" smtClean="0"/>
              <a:t>/</a:t>
            </a:r>
            <a:r>
              <a:rPr lang="en-US" dirty="0" err="1" smtClean="0"/>
              <a:t>filmpje</a:t>
            </a:r>
            <a:r>
              <a:rPr lang="en-US" dirty="0" smtClean="0"/>
              <a:t> </a:t>
            </a:r>
            <a:r>
              <a:rPr lang="el-GR" dirty="0" smtClean="0"/>
              <a:t>Δ</a:t>
            </a:r>
            <a:r>
              <a:rPr lang="en-US" dirty="0" smtClean="0"/>
              <a:t>T(</a:t>
            </a:r>
            <a:r>
              <a:rPr lang="en-US" dirty="0" err="1" smtClean="0"/>
              <a:t>r,z,t</a:t>
            </a:r>
            <a:r>
              <a:rPr lang="en-US" dirty="0" smtClean="0"/>
              <a:t>)</a:t>
            </a:r>
          </a:p>
          <a:p>
            <a:endParaRPr lang="en-US" dirty="0"/>
          </a:p>
          <a:p>
            <a:r>
              <a:rPr lang="en-US" dirty="0" err="1" smtClean="0"/>
              <a:t>Fouten-analyse</a:t>
            </a:r>
            <a:r>
              <a:rPr lang="en-US" dirty="0" smtClean="0"/>
              <a:t> </a:t>
            </a:r>
            <a:r>
              <a:rPr lang="en-US" dirty="0" err="1" smtClean="0"/>
              <a:t>rekening</a:t>
            </a:r>
            <a:r>
              <a:rPr lang="en-US" dirty="0" smtClean="0"/>
              <a:t> </a:t>
            </a:r>
            <a:r>
              <a:rPr lang="en-US" dirty="0" err="1" smtClean="0"/>
              <a:t>houdend</a:t>
            </a:r>
            <a:r>
              <a:rPr lang="en-US" dirty="0" smtClean="0"/>
              <a:t> met </a:t>
            </a:r>
            <a:r>
              <a:rPr lang="en-US" dirty="0" err="1" smtClean="0"/>
              <a:t>fout</a:t>
            </a:r>
            <a:r>
              <a:rPr lang="en-US" dirty="0" smtClean="0"/>
              <a:t> op </a:t>
            </a:r>
            <a:r>
              <a:rPr lang="en-US" dirty="0" err="1" smtClean="0"/>
              <a:t>optische</a:t>
            </a:r>
            <a:r>
              <a:rPr lang="en-US" dirty="0" smtClean="0"/>
              <a:t> </a:t>
            </a:r>
            <a:r>
              <a:rPr lang="en-US" dirty="0" err="1" smtClean="0"/>
              <a:t>eigenschappen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6400800"/>
            <a:ext cx="777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* In [Gysbrechts2015] </a:t>
            </a:r>
            <a:r>
              <a:rPr lang="en-US" dirty="0" err="1" smtClean="0"/>
              <a:t>staan</a:t>
            </a:r>
            <a:r>
              <a:rPr lang="en-US" dirty="0" smtClean="0"/>
              <a:t> </a:t>
            </a:r>
            <a:r>
              <a:rPr lang="en-US" dirty="0" err="1" smtClean="0"/>
              <a:t>enkele</a:t>
            </a:r>
            <a:r>
              <a:rPr lang="en-US" dirty="0" smtClean="0"/>
              <a:t> </a:t>
            </a:r>
            <a:r>
              <a:rPr lang="en-US" dirty="0" err="1" smtClean="0"/>
              <a:t>voorbeeld</a:t>
            </a:r>
            <a:r>
              <a:rPr lang="en-US" dirty="0" smtClean="0"/>
              <a:t> protocols </a:t>
            </a:r>
            <a:r>
              <a:rPr lang="en-US" dirty="0" err="1" smtClean="0"/>
              <a:t>uit</a:t>
            </a:r>
            <a:r>
              <a:rPr lang="en-US" dirty="0" smtClean="0"/>
              <a:t> </a:t>
            </a:r>
            <a:r>
              <a:rPr lang="en-US" dirty="0" err="1" smtClean="0"/>
              <a:t>literatuur</a:t>
            </a:r>
            <a:r>
              <a:rPr lang="en-US" dirty="0" smtClean="0"/>
              <a:t> </a:t>
            </a:r>
            <a:r>
              <a:rPr lang="en-US" dirty="0" smtClean="0"/>
              <a:t>(470 nm)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195</Words>
  <Application>Microsoft Office PowerPoint</Application>
  <PresentationFormat>On-screen Show (4:3)</PresentationFormat>
  <Paragraphs>63</Paragraphs>
  <Slides>5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Office Theme</vt:lpstr>
      <vt:lpstr>Visio</vt:lpstr>
      <vt:lpstr>Optische vezels</vt:lpstr>
      <vt:lpstr>Optische eigenschappen weefsel</vt:lpstr>
      <vt:lpstr>Monte Carlo simulatie</vt:lpstr>
      <vt:lpstr>Thermische eigenschappen</vt:lpstr>
      <vt:lpstr>Doel Project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barbara.gysbrechts</dc:creator>
  <cp:lastModifiedBy>barbara.gysbrechts</cp:lastModifiedBy>
  <cp:revision>9</cp:revision>
  <dcterms:created xsi:type="dcterms:W3CDTF">2015-10-08T10:00:58Z</dcterms:created>
  <dcterms:modified xsi:type="dcterms:W3CDTF">2015-10-13T13:08:14Z</dcterms:modified>
</cp:coreProperties>
</file>